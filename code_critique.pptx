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548640"/>
            <a:ext cx="4572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43055" y="548640"/>
            <a:ext cx="365760" cy="3657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onsolas"/>
              </a:defRPr>
            </a:pPr>
            <a:r>
              <a:t>CODE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0">
                <a:solidFill>
                  <a:srgbClr val="8D99AE"/>
                </a:solidFill>
                <a:latin typeface="Calibri"/>
              </a:defRPr>
            </a:pPr>
            <a:r>
              <a:t>Expat NL Mortgage RAG  vs.  Rabobank GenAI Engineer Standards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365760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A detailed technical assessment  |  Findings &amp; Fix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Prepared: March 2026  |  Ajai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What the Role Demands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Key technical requirements extracted from the job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92224"/>
            <a:ext cx="3383280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Production-Grade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Build GenAI agents from prototype to production rollout. Not demos — real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792224"/>
            <a:ext cx="3383280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920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Python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86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Build and maintain Python-based services integrating GenAI into internal platforms.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737360"/>
            <a:ext cx="33832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792224"/>
            <a:ext cx="3383280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8" y="1920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API &amp; Event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286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Connect agents to APIs, event systems, and developer tooling across the org.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3832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78224"/>
            <a:ext cx="3383280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Prompt Iteration &amp; 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Improve quality through software + prompt iteration, evaluation, and user feedback.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3832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78224"/>
            <a:ext cx="3383280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Rapid Prototyping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572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Prototype working solutions often within hours or days to validate ideas.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4023360"/>
            <a:ext cx="33832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4078224"/>
            <a:ext cx="3383280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8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Measurement &amp;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4572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Implement tools to measure the value delivered by GenAI tooling.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Overall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4389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0" b="1">
                <a:solidFill>
                  <a:srgbClr val="E63946"/>
                </a:solidFill>
                <a:latin typeface="Consolas"/>
              </a:defRPr>
            </a:pPr>
            <a:r>
              <a:t>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0">
                <a:solidFill>
                  <a:srgbClr val="8D99AE"/>
                </a:solidFill>
                <a:latin typeface="Calibri"/>
              </a:defRPr>
            </a:pPr>
            <a:r>
              <a:t>out of 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8D99AE"/>
                </a:solidFill>
                <a:latin typeface="Calibri"/>
              </a:defRPr>
            </a:pPr>
            <a:r>
              <a:t>Early prototype with strong</a:t>
            </a:r>
            <a:br/>
            <a:r>
              <a:t>architectural planning but</a:t>
            </a:r>
            <a:br/>
            <a:r>
              <a:t>immature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Production Agent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459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E63946"/>
                </a:solidFill>
                <a:latin typeface="Consolas"/>
              </a:defRPr>
            </a:pPr>
            <a:r>
              <a:t>2/5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0" y="17556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55680" y="1755648"/>
            <a:ext cx="256031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Python Service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1031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E63946"/>
                </a:solidFill>
                <a:latin typeface="Consolas"/>
              </a:defRPr>
            </a:pPr>
            <a:r>
              <a:t>2/5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5680" y="22128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5680" y="2212848"/>
            <a:ext cx="256031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5603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E63946"/>
                </a:solidFill>
                <a:latin typeface="Consolas"/>
              </a:defRPr>
            </a:pPr>
            <a:r>
              <a:t>1/5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0" y="26700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55680" y="2670048"/>
            <a:ext cx="128015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0175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Testing &amp; Measurement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0175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E63946"/>
                </a:solidFill>
                <a:latin typeface="Consolas"/>
              </a:defRPr>
            </a:pPr>
            <a:r>
              <a:t>1/5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80" y="31272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55680" y="3127248"/>
            <a:ext cx="128015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747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RAG Implementation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FFBE0B"/>
                </a:solidFill>
                <a:latin typeface="Consolas"/>
              </a:defRPr>
            </a:pPr>
            <a:r>
              <a:t>3/5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55680" y="35844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55680" y="3584448"/>
            <a:ext cx="384047" cy="18288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31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319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FFBE0B"/>
                </a:solidFill>
                <a:latin typeface="Consolas"/>
              </a:defRPr>
            </a:pPr>
            <a:r>
              <a:t>3/5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55680" y="40416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55680" y="4041648"/>
            <a:ext cx="384047" cy="18288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3891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Code Reusability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3891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FFBE0B"/>
                </a:solidFill>
                <a:latin typeface="Consolas"/>
              </a:defRPr>
            </a:pPr>
            <a:r>
              <a:t>3/5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55680" y="44988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55680" y="4498848"/>
            <a:ext cx="384047" cy="18288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846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Documentation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8463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2DC653"/>
                </a:solidFill>
                <a:latin typeface="Consolas"/>
              </a:defRPr>
            </a:pPr>
            <a:r>
              <a:t>4/5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55680" y="49560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55680" y="4956048"/>
            <a:ext cx="512063" cy="1828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53035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Prompt Eval &amp; Iteration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3035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E63946"/>
                </a:solidFill>
                <a:latin typeface="Consolas"/>
              </a:defRPr>
            </a:pPr>
            <a:r>
              <a:t>1/5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55680" y="54132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55680" y="5413248"/>
            <a:ext cx="128015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57607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Production Readiness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7607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E63946"/>
                </a:solidFill>
                <a:latin typeface="Consolas"/>
              </a:defRPr>
            </a:pPr>
            <a:r>
              <a:t>1/5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55680" y="5870448"/>
            <a:ext cx="640080" cy="182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55680" y="5870448"/>
            <a:ext cx="128015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What Works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1790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Architectural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Excellent 4-phase roadmap in PHASES.md (690 lines). Clear progression from MVP to multi-agent system with well-defined milestones.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21208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1790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Hybrid RAG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Reciprocal Rank Fusion (RRF) combining vector + keyword search. Configurable rrf_k parameter. A solid foundation for retrieval quality.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1208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8678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Provider Abstraction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Flexible LLM provider layer supporting OpenAI, OpenRouter, and Ollama. Environment-driven config with no hardcoded API keys.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21208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8678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114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805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Comprehensive DEPLOYMENT.md, PHASES.md, and .env.example. Responsible AI policy documented. Clear onboarding path for new developers.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Georgia"/>
              </a:defRPr>
            </a:pPr>
            <a:r>
              <a:t>Silent Failures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Bare except blocks swallow errors silently — the system fails without anyone knowing.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CURRENT  —  retrieval.py:44, 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212080" cy="1645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try:</a:t>
            </a:r>
            <a:br/>
            <a:r>
              <a:t>    results = qdrant.search(...)</a:t>
            </a:r>
            <a:br/>
            <a:r>
              <a:t>except Exception:</a:t>
            </a:r>
            <a:br/>
            <a:r>
              <a:t>    return [], []   # Silent! No logging!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FIX  —  Log, report, degrade gracefully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77440"/>
            <a:ext cx="5212080" cy="1645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try:</a:t>
            </a:r>
            <a:br/>
            <a:r>
              <a:t>    results = qdrant.search(...)</a:t>
            </a:r>
            <a:br/>
            <a:r>
              <a:t>except Exception as e:</a:t>
            </a:r>
            <a:br/>
            <a:r>
              <a:t>    logger.error(f"Retrieval: {e}")</a:t>
            </a:r>
            <a:br/>
            <a:r>
              <a:t>    return [], [{"error": str(e)}]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Same pattern found in 6+ locations: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onsolas"/>
              </a:defRPr>
            </a:pPr>
            <a:r>
              <a:t>documents.py:102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846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Deletes old chunks, no rollback on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9379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onsolas"/>
              </a:defRPr>
            </a:pPr>
            <a:r>
              <a:t>documents.py:111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1937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No retry on API rate limits (429)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412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onsolas"/>
              </a:defRPr>
            </a:pPr>
            <a:r>
              <a:t>chunking.py:132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54126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LLM chunking silently degrades to simple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8873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onsolas"/>
              </a:defRPr>
            </a:pPr>
            <a:r>
              <a:t>app.py:74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88873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Tavily web search fails silently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23620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onsolas"/>
              </a:defRPr>
            </a:pPr>
            <a:r>
              <a:t>app.py:107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2362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No timeout on streaming calls (600s!)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Georgia"/>
              </a:defRPr>
            </a:pPr>
            <a:r>
              <a:t>Testing &amp; Evaluation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400" b="1">
                <a:solidFill>
                  <a:srgbClr val="E63946"/>
                </a:solidFill>
                <a:latin typeface="Consolas"/>
              </a:defRPr>
            </a:pPr>
            <a: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lines of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  <a:latin typeface="Consolas"/>
              </a:defRPr>
            </a:pPr>
            <a:r>
              <a:t>1500+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lines of library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600" b="1">
                <a:solidFill>
                  <a:srgbClr val="E63946"/>
                </a:solidFill>
                <a:latin typeface="Consolas"/>
              </a:defRPr>
            </a:pPr>
            <a:r>
              <a:t>~4%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test coverage (est.)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What's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No integration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Qdrant, provider, and app flow never tested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931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No PDF extraction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245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Core ingestion pipeline has zero test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No edge case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389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Empty queries, very long text, rate limits, special characters untested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46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CI doesn't enforce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1389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Linting uses '|| true' (ignores failures); no service containers for Qdrant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RAGAS evals are stubs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53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Golden dataset exists (data/golden_rag.json) but evaluation pipeline not wired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760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No type checking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6053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No mypy configuration; heavy use of 'Any' type annotations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05840" cy="32004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Georgia"/>
              </a:defRPr>
            </a:pPr>
            <a:r>
              <a:t>Placeholder Code in Production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Hardcoded formulas and rule-based logic that will mislead users or break at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7510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Mortgage Calculator  (app.py:164-168)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Hardcoded: 0.45% monthly interest, 6% buyer costs.</a:t>
            </a:r>
            <a:br/>
            <a:r>
              <a:t>Users making real financial decisions may trust these numbers.</a:t>
            </a:r>
            <a:br/>
            <a:br/>
            <a:r>
              <a:t>FIX: Implement real ING formula OR add prominent</a:t>
            </a:r>
            <a:br/>
            <a:r>
              <a:t>disclaimer and disable by default.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212080" cy="54864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7510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Knowledge Graph  (graph_kg.py:20-68)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Rule-based regex extraction — brittle and not extensible.</a:t>
            </a:r>
            <a:br/>
            <a:r>
              <a:t>Hard-coded entity list requires code changes for new domains.</a:t>
            </a:r>
            <a:br/>
            <a:br/>
            <a:r>
              <a:t>FIX: Replace with spaCy NER (nl_core_news_sm)</a:t>
            </a:r>
            <a:br/>
            <a:r>
              <a:t>or LLM-based entity extraction.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212080" cy="54864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6966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Agent Routing  (agents.py:18-32)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Keyword matching for intent routing:</a:t>
            </a:r>
            <a:br/>
            <a:r>
              <a:t>"Is the school near the house?" won't route to location.</a:t>
            </a:r>
            <a:br/>
            <a:br/>
            <a:r>
              <a:t>FIX: Use LLM-based classifier or semantic</a:t>
            </a:r>
            <a:br/>
            <a:r>
              <a:t>similarity with intent exemplars.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212080" cy="54864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169664"/>
            <a:ext cx="5212080" cy="20482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UI Directives  (a2ui.py:21-37)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6634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Free-text matching: "I'll show you the calculator"</a:t>
            </a:r>
            <a:br/>
            <a:r>
              <a:t>triggers the show_calculator directive incorrectly.</a:t>
            </a:r>
            <a:br/>
            <a:br/>
            <a:r>
              <a:t>FIX: Use structured JSON format from agent output,</a:t>
            </a:r>
            <a:br/>
            <a:r>
              <a:t>not free-form text matching.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Observability &amp; Monitoring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Phase 3 goals are documented but implementation is incomplete across the 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12080" cy="4114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Naive drift detection (monitoring/drift_detection.py)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JSON-based metric persistence (portable)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Placeholder RAGAS golden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Reference to Langfuse in DEPLOYMENT.md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21208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WHAT'S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Langfuse callback not wired in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Prometheus /metrics endpoint 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Grafana dashboard configured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Drift detection lacks statistical rigor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77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structured logging (JSON format)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circuit breakers for external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Georgia"/>
              </a:defRPr>
            </a:pPr>
            <a:r>
              <a:t>Priority Fixes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68112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Wire Langfuse callback to LLM client calls for trace visibility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788152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Replace naive mean comparison with proper statistical tests (t-test, CUSUM)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108192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035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Add atomic file writes (write-then-rename) to prevent JSON corruption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28232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Implement structured JSON logging with python-json-logger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Code Quality &amp; Technical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600" b="1">
                <a:solidFill>
                  <a:srgbClr val="E63946"/>
                </a:solidFill>
                <a:latin typeface="Consolas"/>
              </a:defRPr>
            </a:pPr>
            <a:r>
              <a:t>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legacy app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600" b="1">
                <a:solidFill>
                  <a:srgbClr val="E6394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docstrings in lib/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800" b="1">
                <a:solidFill>
                  <a:srgbClr val="FFBE0B"/>
                </a:solidFill>
                <a:latin typeface="Consolas"/>
              </a:defRPr>
            </a:pPr>
            <a:r>
              <a:t>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dominant type hint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Calibri"/>
              </a:defRPr>
            </a:pPr>
            <a:r>
              <a:t>Legacy File Cruft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app_phase1.py, app_wRAG.py, app_UploadPDF_Chat.py, and 4+ more variants clutter the repo. Only app.py is canonical.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457200" cy="20116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93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Delete all legacy variants. Keep app.py as single entry 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BE0B"/>
                </a:solidFill>
                <a:latin typeface="Calibri"/>
              </a:defRPr>
            </a:pPr>
            <a:r>
              <a:t>No Docstrings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375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All lib/ modules lack Google-style docstrings. Hard to understand intent and expected behavior of functions.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77640"/>
            <a:ext cx="457200" cy="20116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593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319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docstrings to all public functions with Args, Returns, and Raises sections.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BE0B"/>
                </a:solidFill>
                <a:latin typeface="Calibri"/>
              </a:defRPr>
            </a:pPr>
            <a:r>
              <a:t>Weak Type Hints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Heavy use of 'Any' throughout. No mypy config. IDE autocompletion fails; type errors caught at runtime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06440"/>
            <a:ext cx="457200" cy="20116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881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760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explicit types. Configure mypy in CI. Replace 'Any' with proper QdrantClient, list[float], etc.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46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BE0B"/>
                </a:solidFill>
                <a:latin typeface="Calibri"/>
              </a:defRPr>
            </a:pPr>
            <a:r>
              <a:t>No Config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.env.example lacks validation schema. Missing env vars discovered only at runtime with cryptic errors.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806440"/>
            <a:ext cx="457200" cy="20116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7881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760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Use Pydantic BaseSettings for typed config. Validate all required vars at startup.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Production Readiness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Measured against the job requirement: "from prototype to production rollout"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Structured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No logging.config; bare print/logger.warning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645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Request timeouts with backoff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600s timeout on Ollama; no exponential backoff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231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Rate-limit handling (429, 503)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No retry logic for API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6888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4231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Circuit breakers for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If Qdrant/Tavily goes down, the whole app hangs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Graceful degradation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Errors silently return empty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No max length check, no sanitization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2336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977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Session isolation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No concurrent user handling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02336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023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77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Security scanning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No bandit or safety checks in CI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80060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006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7548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Atomic write operations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JSON metrics file can corrupt on concurrent access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80060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8006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7548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Max message 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st.session_state['messages'] grows unbounded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77840"/>
            <a:ext cx="54864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5321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Health check endpoint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852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No /health or readiness probe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577840"/>
            <a:ext cx="548640" cy="2286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55321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Dependency pinning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852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requirements.txt pins versions correctly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Fix Roadmap: Quick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High-impact changes requiring minimal effort — do these first.  (All achievable in under 1 week)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Delete Legacy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Remove 7+ app variants (app_phase1.py, app_wRAG.py, etc.). Keep app.py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737360"/>
            <a:ext cx="10972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75564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C653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68880"/>
            <a:ext cx="457200" cy="457200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Add Error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Replace all bare except blocks with logger.error() calls across 6 locations.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560320"/>
            <a:ext cx="10972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57860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C653"/>
                </a:solidFill>
                <a:latin typeface="Calibri"/>
              </a:defRPr>
            </a:pPr>
            <a:r>
              <a:t>2 hours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91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Add Request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11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Max input length (5000 chars), sanitize special characters in app.py.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383280"/>
            <a:ext cx="10972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40156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C653"/>
                </a:solidFill>
                <a:latin typeface="Calibri"/>
              </a:defRPr>
            </a:pPr>
            <a:r>
              <a:t>1 hour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Add Request Timeouts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Change 600s timeout to 30s default. Add max_tokens to LLM calls.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4206240"/>
            <a:ext cx="10972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422452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C653"/>
                </a:solidFill>
                <a:latin typeface="Calibri"/>
              </a:defRPr>
            </a:pPr>
            <a:r>
              <a:t>1 hour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Fix CI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57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Remove '|| true' from ruff check. Add Qdrant service container.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5029200"/>
            <a:ext cx="10972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0474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C653"/>
                </a:solidFill>
                <a:latin typeface="Calibri"/>
              </a:defRPr>
            </a:pPr>
            <a:r>
              <a:t>2 hours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760720"/>
            <a:ext cx="457200" cy="457200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760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Add Calculator Disclaimer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6080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Prominent warning that mortgage numbers are placeholder estimates only.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5852160"/>
            <a:ext cx="10972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587044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C653"/>
                </a:solidFill>
                <a:latin typeface="Calibri"/>
              </a:defRPr>
            </a:pPr>
            <a:r>
              <a:t>30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Fix Roadmap: Major Overhaul (2-4 Weeks)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9903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 1-2: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66544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Implement exponential backoff (tenacity library) for all API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35224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circuit breakers for Qdrant, Tavily, Nominatim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03904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Replace keyword scoring with Qdrant sparse search (BM25)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72584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Wire Langfuse callback to LLM client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541264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200+ lines of integration tests with Qdrant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371600"/>
            <a:ext cx="3383280" cy="4572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139903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 2-3: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1999" y="2066544"/>
            <a:ext cx="73152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Pydantic BaseSettings for typed config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1999" y="2935224"/>
            <a:ext cx="73152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8803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Implement structured JSON logging (python-json-logger)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1999" y="3803904"/>
            <a:ext cx="73152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37490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mypy to CI pipeline; eliminate 'Any' types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1999" y="4672584"/>
            <a:ext cx="73152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4617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Google-style docstrings to all lib/ modules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1999" y="5541264"/>
            <a:ext cx="73152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5486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Implement RAGAS evals pipeline with golden dataset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8" y="1371600"/>
            <a:ext cx="3383280" cy="457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8" y="139903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 3-4: Intelligence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38" y="2066544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8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Replace keyword agent routing with LLM-based intent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38" y="2935224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8" y="28803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Replace regex KG extraction with spaCy 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8" y="3803904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18" y="37490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Prometheus metrics + Grafana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38" y="4672584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8" y="4617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Implement proper statistical drift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38" y="5541264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18" y="5486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Add message history limit + session isolation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0D1B2A"/>
                </a:solidFill>
                <a:latin typeface="Georgia"/>
              </a:defRPr>
            </a:pPr>
            <a:r>
              <a:t>Key Patterns to Adopt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Concrete code patterns that would bring this codebase closer to production-grade.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Retry with Backoff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from tenacity import retry,</a:t>
            </a:r>
            <a:br/>
            <a:r>
              <a:t>  stop_after_attempt,</a:t>
            </a:r>
            <a:br/>
            <a:r>
              <a:t>  wait_exponential</a:t>
            </a:r>
            <a:br/>
            <a:br/>
            <a:r>
              <a:t>@retry(</a:t>
            </a:r>
            <a:br/>
            <a:r>
              <a:t>  stop=stop_after_attempt(3),</a:t>
            </a:r>
            <a:br/>
            <a:r>
              <a:t>  wait=wait_exponential(min=2)</a:t>
            </a:r>
            <a:br/>
            <a:r>
              <a:t>)</a:t>
            </a:r>
            <a:br/>
            <a:r>
              <a:t>def embed_batch(client, texts):</a:t>
            </a:r>
            <a:br/>
            <a:r>
              <a:t>   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documents.py, location.py,</a:t>
            </a:r>
            <a:br/>
            <a:r>
              <a:t>retrieval.py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Config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38328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214884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from pydantic import BaseSettings</a:t>
            </a:r>
            <a:br/>
            <a:br/>
            <a:r>
              <a:t>class Settings(BaseSettings):</a:t>
            </a:r>
            <a:br/>
            <a:r>
              <a:t>  QDRANT_URL: str</a:t>
            </a:r>
            <a:br/>
            <a:r>
              <a:t>  LLM_PROVIDER: str = "openai"</a:t>
            </a:r>
            <a:br/>
            <a:r>
              <a:t>  OPENAI_API_KEY: str | None</a:t>
            </a:r>
            <a:br/>
            <a:br/>
            <a:r>
              <a:t>  class Config:</a:t>
            </a:r>
            <a:br/>
            <a:r>
              <a:t>    env_file = ".env"</a:t>
            </a:r>
            <a:br/>
            <a:br/>
            <a:r>
              <a:t>settings = Settings()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5669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All modules —</a:t>
            </a:r>
            <a:br/>
            <a:r>
              <a:t>replace os.environ.get()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Structured Logging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011680"/>
            <a:ext cx="338328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8" y="214884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import logging</a:t>
            </a:r>
            <a:br/>
            <a:r>
              <a:t>from pythonjsonlogger import</a:t>
            </a:r>
            <a:br/>
            <a:r>
              <a:t>  jsonlogger</a:t>
            </a:r>
            <a:br/>
            <a:br/>
            <a:r>
              <a:t>handler = logging.StreamHandler()</a:t>
            </a:r>
            <a:br/>
            <a:r>
              <a:t>handler.setFormatter(</a:t>
            </a:r>
            <a:br/>
            <a:r>
              <a:t>  jsonlogger.JsonFormatter()</a:t>
            </a:r>
            <a:br/>
            <a:r>
              <a:t>)</a:t>
            </a:r>
            <a:br/>
            <a:r>
              <a:t>logger = logging.getLogger(__name__)</a:t>
            </a:r>
            <a:br/>
            <a:r>
              <a:t>logger.addHandler(handler)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5669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All modules —</a:t>
            </a:r>
            <a:br/>
            <a:r>
              <a:t>replace bare print()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548640"/>
            <a:ext cx="4572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43055" y="548640"/>
            <a:ext cx="365760" cy="3657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Summary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Strong Foundation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95728"/>
            <a:ext cx="73152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Clean lib/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852928"/>
            <a:ext cx="73152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Hybrid RRF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10128"/>
            <a:ext cx="73152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Flexible provider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767328"/>
            <a:ext cx="73152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Excellent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224528"/>
            <a:ext cx="73152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148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Clear 4-phase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645920"/>
            <a:ext cx="338328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19" y="167335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Critical Gaps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19" y="2395728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599" y="22860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Silent error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19" y="2852928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27432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Near-zero test coverage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19" y="3310128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32004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 observability wired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19" y="3767328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6576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Placeholder formulas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19" y="4224528"/>
            <a:ext cx="731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41148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 production hardening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8" y="1645920"/>
            <a:ext cx="3383280" cy="457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8" y="167335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Immediate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58" y="2395728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38" y="22860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Delete 7+ legacy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58" y="2852928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8" y="27432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Add logging everywhere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58" y="3310128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8" y="32004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Fix CI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58" y="3767328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38" y="36576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Add integration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58" y="4224528"/>
            <a:ext cx="731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38" y="41148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Wire Langfuse tracing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029200"/>
            <a:ext cx="10515600" cy="27432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0">
                <a:solidFill>
                  <a:srgbClr val="8D99AE"/>
                </a:solidFill>
                <a:latin typeface="Calibri"/>
              </a:defRPr>
            </a:pPr>
            <a:r>
              <a:t>The architectural vision is sound — the PHASES.md roadmap shows real engineering thinking.</a:t>
            </a:r>
            <a:br/>
            <a:r>
              <a:t>The gap is in execution: production hardening, testing rigor, and observability.</a:t>
            </a:r>
            <a:br/>
            <a:r>
              <a:t>With 2-4 weeks of focused effort, this codebase can meet the Rabobank GenAI Engineer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